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AgentRaaS sits between an AI agent and the real APIs it calls, and makes sure every action runs once, only within the rules set for that agent, and on the record. I will cover the problem, why it matters now, what it offers and how it works, how to get started, and where to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problem. Retrying is the right move for the agent, because it cannot tell a lost response from a failed call. But the API already did the work, so the retry becomes a duplicate: a double charge, a second email, a second refund. It is the easiest one to show, but the same agents can also be talked into actions they should never take, get stuck repeating a call, and leave nobody able to say what they did. One layer should handle all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years ago agents mostly answered questions. Now, with tool calling and the Model Context Protocol, they take real actions. The software around them retries by default, which is correct for reads and dangerous for writes. Today every team patches this by hand. That gap is the opening for a shared reliability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platform does. Running each call once is where it started; action policies now decide what each agent may do at all, and one integration gives all six controls. Two of the newest: an agent's Stripe charge or Slack message can be undone once from the dashboard, and a recorded run can be replayed in tests without calling the providers again. Everything here is built and running in the product today.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call from an agent passes the same pipeline. It is identified, its payload is checked, a dedup slot is claimed, caps and approval rules apply, it is forwarded exactly once with the customer's own credentials, and the outcome is recorded. The agent code does not change; only the address it calls does.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product. The first time a call arrives, AgentRaaS atomically claims a slot for it, runs the real API once and stores the result. Every later copy of that call finds the slot taken and gets the stored result back. Because the claim is atomic and shared, it works even when many workers race each 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of the newest controls. If an agent did something it should not have, the undo log reverses it: a Stripe refund, a Slack delete, or the reverse action you define for your own actions, sent once with its own idempotency key. Record and replay lets a team test an agent against what real providers answered, without calling them again and without paying for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free tools, with no account: the chaos tester finds duplicate-call bugs, library mode and MCP wrap fix them in-process. When a team needs this across machines, they self-host the platform, also free, with no limit on actions, and with human approvals and SSO included. It installs with one command on Linux, macOS or Windows.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Anything in the request path has to be fast and trusted. The measured overhead is about two milliseconds. The core is written in Rust. All of the code is public and the core is AGPL-3.0, which matters when the product guards payments, and teams with strict data rules can run it on their own servers next to their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the code is public. The server is AGPL-3.0, so anyone can run and change it, with no license key and no limit on actions. The team features, like human approvals and SSO, are source-available and free to run in production on your own servers. Only the Enterprise features, like agent identity and white-label, need a license. The SDKs and tools are MIT or Apache-2.0.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talk is available today. The gateway runs in production, 31 services such as Stripe, Slack, GitHub and Alpaca connect by pasting a key, the Python SDK is on PyPI and the TypeScript SDK on npm. The live demo on agentraas.io needs no signup, and it can be self-hosted at no cost on Linux, macOS or Windows, with no limit on actions.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quickest way to see the problem is to run the chaos tester against your own agent: it shows every call that would run twice. The live demo on agentraas.io shows a real dashboard with no signup, the package is free on PyPI, and the docs cover self-hosting. The two codes open the website and the GitHub repository. Thank you.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AgentRaaS</dc:title>
  <dc:subject/>
  <dc:creator>Sumedh Chatse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